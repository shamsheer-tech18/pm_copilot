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 Copilot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Product Management Assistant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971800"/>
            <a:ext cx="4572000" cy="36576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IE5374 — Applied Generative AI  ·  Dr. Dehghani  ·  Spring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genai-copilot-k45kvquspxjkcr3g2rcqjn.streamlit.app  ·  GPT-4o  ·  Gemini Flash  ·  Groq/Llama-3.3  ·  LangChain  · 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972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 spend days on deliverables that could take minutes.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PRD Creation is Slow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structured PRDs manually takes 2–3 days per product.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91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Market Research is Scattered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214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use 5+ tools to gather and synthesize market sizing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383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Risk Assessment is Skipped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13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reviews are dropped under deadline pressure.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2461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383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No Iteration Loop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813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support real-time conversational refinement.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972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product idea → get PRD + Market Analysis + User Stories + Risk Assessment in under 90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659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196596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Idea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688336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 via Streamlit chat UI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42032" y="1645920"/>
            <a:ext cx="19659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645920"/>
            <a:ext cx="196596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6459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688336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orchestrates tasks to the right LLM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18304" y="1645920"/>
            <a:ext cx="19659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645920"/>
            <a:ext cx="196596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6459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8032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Gen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2688336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outputs generated simultaneously by 3 LLMs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94576" y="1645920"/>
            <a:ext cx="19659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1645920"/>
            <a:ext cx="196596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6459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04304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Live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04304" y="2688336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refinement — ask follow-ups in real time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5544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1463040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 UI)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517904"/>
            <a:ext cx="50292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005840"/>
            <a:ext cx="210312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005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LangChain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(Keyword Routing)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45720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60120"/>
            <a:ext cx="1261872" cy="1143000"/>
          </a:xfrm>
          <a:prstGeom prst="rect">
            <a:avLst/>
          </a:prstGeom>
          <a:solidFill>
            <a:srgbClr val="005F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1261872" cy="1143000"/>
          </a:xfrm>
          <a:prstGeom prst="rect">
            <a:avLst/>
          </a:prstGeom>
          <a:solidFill>
            <a:srgbClr val="1A4A1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9601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35240" y="960120"/>
            <a:ext cx="1261872" cy="1143000"/>
          </a:xfrm>
          <a:prstGeom prst="rect">
            <a:avLst/>
          </a:prstGeom>
          <a:solidFill>
            <a:srgbClr val="3B1F5E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9601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Groq/Llama-3.3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Stories+Risk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1920240" cy="685800"/>
          </a:xfrm>
          <a:prstGeom prst="rect">
            <a:avLst/>
          </a:prstGeom>
          <a:solidFill>
            <a:srgbClr val="EEF6F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3017520"/>
            <a:ext cx="1920240" cy="685800"/>
          </a:xfrm>
          <a:prstGeom prst="rect">
            <a:avLst/>
          </a:prstGeom>
          <a:solidFill>
            <a:srgbClr val="EEF6F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Market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1920240" cy="685800"/>
          </a:xfrm>
          <a:prstGeom prst="rect">
            <a:avLst/>
          </a:prstGeom>
          <a:solidFill>
            <a:srgbClr val="EEF6F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Stories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3017520"/>
            <a:ext cx="1920240" cy="685800"/>
          </a:xfrm>
          <a:prstGeom prst="rect">
            <a:avLst/>
          </a:prstGeom>
          <a:solidFill>
            <a:srgbClr val="EEF6F7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103120"/>
            <a:ext cx="0" cy="91440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947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Multi-LLM Strategy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4630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is assigned tasks that play to its strengths — intelligent routing, not random delegation.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97480" cy="32004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97480" cy="502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PRD generation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587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Complex reasoning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352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Ambiguity resolution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826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Multi-turn dialogue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long-context structured document generation.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2697480" cy="3200400"/>
          </a:xfrm>
          <a:prstGeom prst="rect">
            <a:avLst/>
          </a:prstGeom>
          <a:solidFill>
            <a:srgbClr val="0D213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00200"/>
            <a:ext cx="26974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2.0 Flash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 sizing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587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Competitive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29352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TAM/SAM/SOM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32826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Go-to-market strategy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29000" y="4206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 tier, strong research-style outputs.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2697480" cy="3200400"/>
          </a:xfrm>
          <a:prstGeom prst="rect">
            <a:avLst/>
          </a:prstGeom>
          <a:solidFill>
            <a:srgbClr val="0D2137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600200"/>
            <a:ext cx="2697480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Groq/Llama-3.3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1874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stories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2587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 assessment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29352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Template-following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32826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tables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55080" y="4206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free, fast inference, great at formats.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Orchestration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routes each sub-task to the most capable LLM automatically.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— iterate, refine, and drill into any output in real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PRD 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PRDs from a single description via GPT-4o.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+ competitive analysis via Gemini Flash.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90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Story Builder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stories with acceptance criteria via Groq/Llama.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5508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market, and execution risks ranked by severity.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Walkthrough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4630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0A1628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347472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Copilot  —  Streamlit Chat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29768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A productivity app for college students with AI study schedules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185416"/>
            <a:ext cx="4297680" cy="566928"/>
          </a:xfrm>
          <a:prstGeom prst="rect">
            <a:avLst/>
          </a:prstGeom>
          <a:solidFill>
            <a:srgbClr val="0D3B5E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2199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Copilot: 🟦 GPT-4o → PRD...  🟩 Gemini → Market...  🟪 Groq → Stories + Risks...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89504"/>
            <a:ext cx="4297680" cy="566928"/>
          </a:xfrm>
          <a:prstGeom prst="rect">
            <a:avLst/>
          </a:prstGeom>
          <a:solidFill>
            <a:srgbClr val="0D3B5E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2608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Copilot: ✅ PRD ready  |  📊 TAM: $8.4B  |  10 user stories  |  7 risks identified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593592"/>
            <a:ext cx="429768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301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Add a professor dashboard user 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005840"/>
            <a:ext cx="3246120" cy="37490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051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481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product idea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938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LangChain orchestrates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GPT-4o → PRD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8529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Gemini → 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310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Groq → Stories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767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Groq → Risk register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4224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Iterate in chat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2344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3566160"/>
          </a:xfrm>
          <a:prstGeom prst="rect">
            <a:avLst/>
          </a:prstGeom>
          <a:solidFill>
            <a:srgbClr val="E0F4F5"/>
          </a:solidFill>
          <a:ln w="12700">
            <a:solidFill>
              <a:srgbClr val="C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47548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32257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9809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639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buttons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097280"/>
            <a:ext cx="1965960" cy="3566160"/>
          </a:xfrm>
          <a:prstGeom prst="rect">
            <a:avLst/>
          </a:prstGeom>
          <a:solidFill>
            <a:srgbClr val="D6EEF8"/>
          </a:solidFill>
          <a:ln w="12700">
            <a:solidFill>
              <a:srgbClr val="C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097280"/>
            <a:ext cx="1965960" cy="47548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97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32257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routing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9809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templates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639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18304" y="1097280"/>
            <a:ext cx="1965960" cy="3566160"/>
          </a:xfrm>
          <a:prstGeom prst="rect">
            <a:avLst/>
          </a:prstGeom>
          <a:solidFill>
            <a:srgbClr val="DDE9F7"/>
          </a:solidFill>
          <a:ln w="12700">
            <a:solidFill>
              <a:srgbClr val="C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1097280"/>
            <a:ext cx="1965960" cy="47548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097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 (PRD)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32257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Flash (Market)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9809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Groq/Llama (Stories+Risk)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639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interface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94576" y="1097280"/>
            <a:ext cx="1965960" cy="3566160"/>
          </a:xfrm>
          <a:prstGeom prst="rect">
            <a:avLst/>
          </a:prstGeom>
          <a:solidFill>
            <a:srgbClr val="E5EDFA"/>
          </a:solidFill>
          <a:ln w="12700">
            <a:solidFill>
              <a:srgbClr val="C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4576" y="1097280"/>
            <a:ext cx="1965960" cy="47548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097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04304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Cloud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4304" y="232257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Colab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04304" y="29809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04304" y="3639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secrets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5544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90s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PM Suite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10972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1430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LLMs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42032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18304" y="10972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430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Outputs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18304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·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·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94576" y="10972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1430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94576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2519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34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  Technical Implementation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9992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LangChain architecture, 3-LLM routing, error handling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697480"/>
            <a:ext cx="42519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734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  User Experience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UI, tab navigation, download buttons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2519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  Innovation &amp; Complexity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6850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3-LLM routing strategy, parallel agents, live 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383280"/>
            <a:ext cx="42519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  Documentation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36850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with markdown, architecture diagrams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Learnings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7830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Challenges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Gemini free tier quota exhausted mid-demo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225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OpenAI key had newline chars causing auth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083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7238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GitHub push blocked — API keys in notebook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5818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221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Localtunnel gave bad gateway; switched to ngrok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Learnings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4023360" cy="640080"/>
          </a:xfrm>
          <a:prstGeom prst="rect">
            <a:avLst/>
          </a:prstGeom>
          <a:solidFill>
            <a:srgbClr val="EEF6F7"/>
          </a:solidFill>
          <a:ln w="12700">
            <a:solidFill>
              <a:srgbClr val="C5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5727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Always use langchain_core.messages, not langchain.schema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4023360" cy="640080"/>
          </a:xfrm>
          <a:prstGeom prst="rect">
            <a:avLst/>
          </a:prstGeom>
          <a:solidFill>
            <a:srgbClr val="EEF6F7"/>
          </a:solidFill>
          <a:ln w="12700">
            <a:solidFill>
              <a:srgbClr val="C5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225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 .strip() when loading API keys from secrets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08376"/>
            <a:ext cx="4023360" cy="640080"/>
          </a:xfrm>
          <a:prstGeom prst="rect">
            <a:avLst/>
          </a:prstGeom>
          <a:solidFill>
            <a:srgbClr val="EEF6F7"/>
          </a:solidFill>
          <a:ln w="12700">
            <a:solidFill>
              <a:srgbClr val="C5E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7238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Never hardcode keys — GitHub scans and blocks pushes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758184"/>
            <a:ext cx="4023360" cy="640080"/>
          </a:xfrm>
          <a:prstGeom prst="rect">
            <a:avLst/>
          </a:prstGeom>
          <a:solidFill>
            <a:srgbClr val="EEF6F7"/>
          </a:solidFill>
          <a:ln w="12700">
            <a:solidFill>
              <a:srgbClr val="C5E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8221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Groq is a reliable free fallback for any paid LLM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Application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2801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Deployed &amp; publicly accessible on Streamlit Community Cloud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https://genai-copilot-k45kvquspxjkcr3g2rcqjn.streamlit.app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interface with product idea input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2423160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PRD tab — full document from GPT-4o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644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 tab — TAM/SAM/SOM from Gemini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3172968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644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Stories tab — 8-12 user stories from Groq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922776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142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Risks tab — risk register from Groq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3922776"/>
            <a:ext cx="416052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0142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Download any output as markdown file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Copilot  —  Multi-Agent Product Management Assistant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4572000" cy="36576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IE5374 Applied Generative AI  ·  Dr. Dehghani  ·  Spring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https://genai-copilot-k45kvquspxjkcr3g2rcqjn.streamlit.app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 ·  Gemini 2.0 Flash  ·  Groq/Llama-3.3  ·  LangChain  ·  Streamlit Cloud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Copilot</dc:title>
  <dc:subject>PptxGenJS Presentation</dc:subject>
  <dc:creator>PptxGenJS</dc:creator>
  <cp:lastModifiedBy>PptxGenJS</cp:lastModifiedBy>
  <cp:revision>1</cp:revision>
  <dcterms:created xsi:type="dcterms:W3CDTF">2026-04-19T12:58:45Z</dcterms:created>
  <dcterms:modified xsi:type="dcterms:W3CDTF">2026-04-19T12:58:45Z</dcterms:modified>
</cp:coreProperties>
</file>